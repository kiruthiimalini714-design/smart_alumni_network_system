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SATHYABAMA INSTITUTE OF SCIENCE AND TECHNOLOGY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Deemed to be University • Category 'A' by MHRD • NAAC Accredited with 'A++' Grade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20116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FDBFE"/>
                </a:solidFill>
              </a:defRPr>
            </a:pPr>
            <a:r>
              <a:t>FINAL ENGINEERING PROJECT DEFENSE</a:t>
            </a:r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Smart Alumni Network System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r>
              <a:t>An Institution-Grade Web Platform for Verified Alumni Engagement, Structured Mentorship, Job Referrals, and Endowment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323057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STUDENT PRESENTERS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Kiruthika Ramanathan (44732001)</a:t>
            </a:r>
            <a:br/>
            <a:r>
              <a:t>Imalini Devi (44732002)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931920"/>
            <a:ext cx="323057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ACADEMIC PROGRAM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B.E. Computer Science &amp; Engineering</a:t>
            </a:r>
            <a:br/>
            <a:r>
              <a:t>(Artificial Intelligence) • 2023 - 2027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931920"/>
            <a:ext cx="323057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PROJECT COORDINATOR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Dr. K. Narayanan</a:t>
            </a:r>
            <a:br/>
            <a:r>
              <a:t>Professor &amp; Alumni Relations Coordinator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Introduction &amp; Domain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2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What is an Alumni Network?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Institutional bridge between graduates, active students, and faculty.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Enables knowledge sharing, placement referrals, and institutional giving.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Critical asset for NAAC and NBA accreditation audit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Role in Student Career Readiness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1-on-1 industry mentorship in AI, cloud computing, and software systems.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Direct referral pipelines into top product and service tech firms.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Mock technical interview preparation with verified graduates.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Higher Education Imperative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Transitioning from scattered manual records to centralized web platforms.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Guaranteed authenticity through institutional graduation record verification.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Structured tracking of departmental infrastructure and endowment funds.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A verified digital alumni network turns alumni relationships into measurable placement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Problem Statement &amp; Real-World Inefficiencies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3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Data Decay &amp; Impersonation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Spreadsheets rot rapidly as alumni change numbers, emails, and jobs.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Unverified platforms allow outsiders to falsely pose as college alumni.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No automated linkage with institutional graduation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Communication Breakdown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Students face low response rates on cold LinkedIn InMails (&lt; 5%).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Discussions scattered over unofficial WhatsApp and Telegram groups.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No formal scheduling: missing agendas, dates, and meeting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Opaque Referrals &amp; Pledges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Alumni job referrals get lost in informal chat channels.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Lack of departmental visibility into student applicants.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Endowment funding lacks real-time progress meters and audit trails.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Existing manual and social media approaches fail to provide verification, access control, or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Existing System &amp; Operational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4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Conventional Existing System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Paper graduation files and uncoordinated Excel spreadsheets.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Ad-hoc emails and personal phone calls for mentorship inquiries.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Job postings shared informally across social media chat groups.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Offline donation collection via cheques or annual alumni meetings.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Critical Bottlenecks Identified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Severe Data Duplication: Multiple out-of-sync spreadsheet copies.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Zero Role-Based Access Control: Sensitive contact info exposed.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Zero Verification: Unchecked claims of graduation and company role.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Zero Auditability: No logs of student sessions or financial pledges.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Conventional approaches lack automation, role separation, and institutional data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Proposed System – Smart Alumni Network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5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Tier 1: Presentation Layer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Semantic HTML5 &amp; Pure Vanilla CSS3 Design System.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Vanilla ES6+ JavaScript Single Page Application (SPA).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Zero external frontend frameworks (no React, Bootstrap, or jQuery).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Asynchronous JSON HTTP requests via native Fetch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Tier 2: Java Application Layer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Pure Java SE (JDK 17/21/26) built-in HttpServer on port 8080.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4-Tier MVC Architecture: Controllers, Services, DAOs, and Models.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Custom zero-dependency JsonUtil for recursive JSON parsing.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Cryptographic salted SHA-256 password hashing.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Tier 3: MySQL Relational Storage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MySQL Server 8.0 relational engine listening on port 3306.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Third Normal Form (3NF) relational database with 10 tables.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Pure JDBC with PreparedStatement parameterized query execution.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ACID-compliant transaction management for endowment pledges.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A unified 3-tier platform providing verified registration, structured booking, and ACID pledges.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Objectives &amp; SMART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6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Specific &amp; Measurable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100% Verified Alumni Registration via institutional registry.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Sub-100ms API response latency on local Java HttpServer.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Multi-criteria alumni directory search in under 50ms.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18 out of 18 Acceptance Test criteria verified (100% PASS).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Achievable &amp; Zero-Framework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Engineered completely on Java SE, JDBC, and Vanilla Web standards.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Zero third-party framework bloat or external build tools.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Fully operable locally on Windows via double-click run.bat.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Relevant &amp; Time-Bound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Empowers students with structured 1-on-1 mentorship bookings.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Protects alumni referral bulletin board with role-based access control.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Instant in-app notifications dispatched for all lifecycle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Every goal is verifiable, measurable, and tailored to higher engineering education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Key Functional Features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7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Core Student &amp; Alumni Features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FR-01 Verified Alumni Registration: Checks roll no against registry.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FR-02 Searchable Alumni Directory: Multi-filtering by company &amp; batch.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FR-03 Mentorship Hub: Slot booking, agenda, accept/reject with notes.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FR-04 Job Referrals: Verified alumni publish &amp; manage openings.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Institutional Giving &amp; Platform Admin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FR-05 Endowment Tracker: Infrastructure campaigns &amp; atomic pledges.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FR-06 Authentication: Role-based access (Student, Alumni, Admin).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FR-07 Profile Management: Real-time update of employer and skills.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FR-08 In-App Notifications: Instant alerts for bookings, jobs, and funds.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All 8 core modules are fully implemented, verified, and integrated into the live portal.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Technology Stack &amp; Zero-Framework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8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Client Tier (Zero Framework)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HTML5 Semantic Markup (accessible, standards-compliant).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CSS3 Vanilla Design System (tokens, grid, flexbox, toasts).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JavaScript ES6+ (native fetch API, SPA router, dynamic DOM).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Zero external CDN or library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Server Tier (Pure Java SE)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Java SE 17/21/26 standard edition.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com.sun.net.httpserver.HttpServer (Port 8080).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16-thread fixed executor pool for concurrent request handling.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Custom JsonUtil.java &amp; PasswordUtil.java.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Database Tier (Relational 3NF)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MySQL Server 8.0 (Port 3306, smart_alumni database).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JDBC Driver (mysql-connector-j.jar).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PreparedStatement parameter binding (SQL injection defense).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Strict referential integrity with foreign key cascade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Demonstrates deep mastery of core computing standards without relying on framework abstractions.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System Architecture &amp; Multi-Port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9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Browser Client Layer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User Navigation &amp; DOM Events.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SPA view switcher toggling active sections.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Dispatches asynchronous JSON requests via Fetch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Java SE Server (:8080)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MIME Dispatcher serves index.html, style.css, script.js.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CORS Filter and REST Route Dispatcher (/api/*).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Controller -&gt; Service -&gt; DAO layer decomposition.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MySQL Database (:3306)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Executes bound PreparedStatement SQL queries.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Validates unique constraints and foreign keys.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Returns tabular result sets mapped into domain POJOs.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Clear separation of concerns across Browser (:8080) -&gt; Java Backend (:8080) -&gt; MySQL (:3306).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Application Modules &amp; Java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10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Authentication &amp; Directory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AuthController &amp; AuthService: Salted SHA-256 session handling.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AlumniController &amp; AlumniService: Multi-criteria filtering.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VerifiedGraduateDAO: Graduation registry verification vault.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Mentorship &amp; Job Bulletin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MentorshipController &amp; Service: Lifecycle (Pending-&gt;Accepted).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JobController &amp; JobService: RBAC job CRUD operations.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NotificationController &amp; Service: Event-driven in-app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Endowment &amp; Administration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EndowmentController &amp; Service: Campaign progress aggregation.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EndowmentDAO: Atomic pledge transactions under setAutoCommit(false).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StatsController: System-wide audit metrics for accreditation.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High cohesion and loose coupling across all 8 modular backend domains.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Database Design &amp; 3NF Schema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11 / 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926080"/>
                <a:gridCol w="3962095"/>
              </a:tblGrid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Foreign Keys / Relations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Functional Responsibility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departments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dept_id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Academic engineering departments (CSE-AI, CSE, IT, ECE).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verified_graduates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grad_id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dept_id -&gt; departments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Official institutional registry for alumni identity verification.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user_id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 (email UQ)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Authentication accounts with salted SHA-256 hash &amp; role.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user_id, dept_id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 profile details, current year, and bio.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alumni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alumni_id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user_id, dept_id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Alumni professional profile, employer, designation, and mentor toggle.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mentorship_sessions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session_id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student_id, alumni_id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Scheduled 1-on-1 sessions, topics, date/time, and status.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job_id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alumni_id -&gt; alumni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Job openings posted by verified alumni with direct apply links.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endowment_projects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project_id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dept_id -&gt; departments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Department campaigns with target goal and live raised aggregate.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pledges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pledge_id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project_id, 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Financial commitments made by alumni with atomic commits.</a:t>
                      </a:r>
                    </a:p>
                  </a:txBody>
                  <a:tcPr/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notification_id (INT 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user_id -&gt;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System alert notifications with read/unread flags.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Data Flow Diagrams (DFD Level 0 &amp; Level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12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DFD Level 0 (Context Diagram)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External Entities: Student, Alumnus, and Department Administrator.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Inputs: Registration credentials, booking topics, job posts, pledges.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Outputs: Filtered directory cards, session updates, job links, metrics.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Store: MySQL Relational Database (3NF Schema).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DFD Level 1 (Functional Decomposition)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1.0 Authentication: Verifies roll number against verified_graduates.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2.0 Directory Engine: Queries alumni by company, batch, and mentor flag.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3.0 Mentorship Manager: Writes to sessions and triggers alerts.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4.0 Job Referral Bulletin: Manages openings with role access control.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5.0 Endowment Aggregator: Atomically updates project funded totals.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Structured data transformations from raw user inputs into verified relational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End-to-End User Journey &amp;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13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Student Journey (Kiruthika R.)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1. Signs in as Student -&gt; Navigates to Alumni Directory.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2. Filters for 'TCS' and finds Shiela Soundararajan.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3. Clicks 'Book Session' -&gt; Enters 'Mock AI Interview' &amp; preferred slot.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4. Receives in-app alert when Shiela accepts with Google Meet link.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5. Browses job board and applies directly for Associate AI Engineer opening.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Alumni Journey (Shiela S.)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1. Registers with official graduation roll number (44731001).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2. System validates records and unlocks verified alumni privileges.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3. Posts campus job referral with compensation and application URL.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4. Reviews Kiruthika's mentorship request in hub; accepts with prep notes.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5. Pledges ₹50,000 donation to AI &amp; Autonomous Robotics Lab Fund.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Seamless end-to-end workflows connecting students and alumni through verified interactions.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Frontend Interface &amp; Design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14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SPA Technical Design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Semantic HTML5 views with zero full-page browser reloads.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CSS3 Custom Properties (Tokens) for consistent academic theming.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High-contrast color palette optimized for classroom projectors.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CSS Grid &amp; Flexbox delivering fully responsive laptop/desktop viewports.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Interactive UI Components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Quick-Switch Demo Bar: Instant login as Student, Alumni, or Admin.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Dynamic Filter Grid: Real-time search across alumni and jobs.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Accessible Native Modals: Session booking and pledge confirmation forms.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Animated Toast Notification Banner: Instant visual feedback on API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High visual polish and accessibility built entirely without external UI libraries.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Java Backend Engine &amp; Concurrency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15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Main.java Server Engine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Initializes com.sun.net.httpserver.HttpServer on port 8080.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Dispatches requests across 16-thread fixed executor pool.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Static asset file server with MIME mapping (.html, .css, .js).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Global CORS filter and central exception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Zero-Dependency Utilities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JsonUtil.java: Custom recursive descent parser &amp; serializer.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PasswordUtil.java: SecureRandom 16-byte salt + SHA-256 hashing.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DBConnection.java: Central JDBC connection factory with auto-init.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554480"/>
            <a:ext cx="3393338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Architectural Layering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Controllers: Handle HTTP verbs, parse payloads, return status codes.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Services: Enforce business logic, verification, and event alerts.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DAOs: Execute bound PreparedStatement queries against MySQL.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Robust, high-throughput backend architecture relying entirely on built-in Java SE APIs.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Database CRUD Operations &amp; Security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16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CRUD Query Operations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CREATE: INSERT INTO mentorship_sessions (...) VALUES (?, ?, ?, ...)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READ: SELECT a.*, d.dept_name FROM alumni a JOIN departments d ...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UPDATE: UPDATE mentorship_sessions SET status = ?, response_notes = ? ...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DELETE: DELETE FROM jobs WHERE job_id = ? AND alumni_id =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Security &amp; ACID Transactions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100% Parameterized Queries: PreparedStatement eliminates SQL injection.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ACID Transaction Control: Endowment pledges execute under setAutoCommit(false).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Salted SHA-256: Zero plaintext passwords stored in database.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Server-Side RBAC: Endpoints strictly enforce session authorization.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Enterprise-grade data security and consistency applied across every relational operation.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Acceptance Criteria &amp; Verification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17 / 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3291840"/>
                <a:gridCol w="3139135"/>
                <a:gridCol w="1097280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Verification Result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Alumni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Validates roll no 44731006 against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Verified &amp; registered; status 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Invalid Roll Rejection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Rejects non-existing roll number 99999999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Blocked with HTTP 400 toast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Creates student role with salted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Saved in MySQL; welcome alert 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Role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Unlocks role-specific UI and action 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Login successful; role recognized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Directory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Filters alumni directory by company 'TCS'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Shiela Soundararajan card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TC-08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Mentorship 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Creates booking in Pending status in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Session stored; mentor alerted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TC-09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Mentorship Acceptance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Alumnus accepts with Google Meet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Status updated to Accepted in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Job Referral Posting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Alumnus publishes TCS AI referral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Job live on bulletin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TC-16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Endowment Pledge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Atomic pledge insert and campaign increment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Raised total updated to ₹700,000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Live Working Results &amp; System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18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Live Seed Database Metrics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5 Verified Alumni across TCS, Amazon AWS, Microsoft, and Zoho.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5 Active Students in CSE-AI, IT, and ECE departments.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6 Active Job Referrals with salary ranges up to ₹28 LPA.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5 Mentorship Sessions tracked across all lifecycle stages.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₹2,430,000 Total Endowment Funds pledged to department labs.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Validated Working Hubs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Verified Directory Hub: Instant search and mentor availability badge.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Mentorship Hub: 1-click Accept/Reject with custom meeting notes.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Job Bulletin Board: Direct external referral applications for students.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Endowment Tracker: Visual progress meters updated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Empirical execution demonstrates a fully operational, production-ready 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Future Enhancements &amp; System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19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Feature Expansions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Payment Gateway Integration: Razorpay / UPI for online donations.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Automated Communications: SMTP email invites &amp; Twilio SMS reminders.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In-Browser Video Calls: Native WebRTC peer-to-peer mock interviews.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554480"/>
            <a:ext cx="522716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Advanced Intelligence &amp; Mobile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AI Resume Matcher: Semantic vector search matching students to mentors.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Progressive Web App (PWA): Push notifications for iOS &amp; Android.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Cloud Elastic Scaling: Docker containerization with AWS ECS and 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Key Takeaway: A clear architectural roadmap for expanding the platform to university-wide scale.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 SATHYABAMA INSTITUTE OF SCIENCE AND TECHNOLOGY  •  DEPARTMENT OF CSE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Conclusion &amp; Viva Defense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00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20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Project Outcomes &amp; Deliverables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Delivered a centralized, institution-grade alumni engagement ecosystem.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Guaranteed 100% verified alumni registration via graduation registry.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Zero-framework engineering: Pure Java SE, JDBC, and Vanilla Web standards.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18 out of 18 Acceptance Test cases passed with zero critical bugs.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Key Engineering Learnings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Full-stack MVC separation (Controller -&gt; Service -&gt; DAO -&gt; Storage).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Socket &amp; HTTP protocol handling using built-in Java HttpServer.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Relational 3NF database schema design &amp; foreign key cascade actions.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Security engineering: Salted SHA-256 and SQL injection defense.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Final Viva Defense — Questions &amp; Answers Session</a:t>
            </a:r>
          </a:p>
          <a:p>
            <a:pPr algn="ctr">
              <a:defRPr sz="1050">
                <a:solidFill>
                  <a:srgbClr val="475569"/>
                </a:solidFill>
              </a:defRPr>
            </a:pPr>
            <a:r>
              <a:t>Kiruthika Ramanathan (44732001)  •  Imalini Devi (44732002)  •  Dept. of CSE (AI), SIST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